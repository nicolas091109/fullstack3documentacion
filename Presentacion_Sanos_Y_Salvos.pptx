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  <a:latin typeface="Trebuchet MS"/>
              </a:defRPr>
            </a:pPr>
            <a:r>
              <a:t>PROYECTO SANOS Y SALVOS</a:t>
            </a:r>
          </a:p>
          <a:p>
            <a:pPr>
              <a:defRPr sz="1800">
                <a:solidFill>
                  <a:srgbClr val="14B8A6"/>
                </a:solidFill>
                <a:latin typeface="Trebuchet MS"/>
              </a:defRPr>
            </a:pPr>
            <a:r>
              <a:t>Plataforma Inteligente para la Localización y Recuperación de Mascotas Perdidas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32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34D399"/>
                </a:solidFill>
                <a:latin typeface="Trebuchet MS"/>
              </a:rPr>
              <a:t>Integrantes: </a:t>
            </a:r>
            <a:r>
              <a:rPr sz="1400">
                <a:solidFill>
                  <a:srgbClr val="FFFFFF"/>
                </a:solidFill>
                <a:latin typeface="Calibri"/>
              </a:rPr>
              <a:t>Bruno Hernández, Nicolás Cuevas, Kevin Gómez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4D399"/>
                </a:solidFill>
                <a:latin typeface="Trebuchet MS"/>
              </a:rPr>
              <a:t>Profesora: </a:t>
            </a:r>
            <a:r>
              <a:rPr sz="1400">
                <a:solidFill>
                  <a:srgbClr val="FFFFFF"/>
                </a:solidFill>
                <a:latin typeface="Calibri"/>
              </a:rPr>
              <a:t>Viviana Soledad Poblete López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4D399"/>
                </a:solidFill>
                <a:latin typeface="Trebuchet MS"/>
              </a:rPr>
              <a:t>Asignatura: </a:t>
            </a:r>
            <a:r>
              <a:rPr sz="1400">
                <a:solidFill>
                  <a:srgbClr val="FFFFFF"/>
                </a:solidFill>
                <a:latin typeface="Calibri"/>
              </a:rPr>
              <a:t>Desarrollo Fullstack III (DSY1106)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4D399"/>
                </a:solidFill>
                <a:latin typeface="Trebuchet MS"/>
              </a:rPr>
              <a:t>Institución: </a:t>
            </a:r>
            <a:r>
              <a:rPr sz="1400">
                <a:solidFill>
                  <a:srgbClr val="FFFFFF"/>
                </a:solidFill>
                <a:latin typeface="Calibri"/>
              </a:rPr>
              <a:t>Duoc UC - Examen Final Transversal (EFT)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01. 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Contexto y Problemática Semestral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El Problema Actual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Miles de mascotas extraviadas anualmente en zonas urbanas.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Métodos de búsqueda tradicionales desorganizados y fragmentados (carteles de papel, publicaciones aisladas en redes sociales).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Baja tasa de éxito debido al flujo lento de información y falta de centralización.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Dificultad para coordinar acciones rápidas entre veterinarias, municipalidades, refugios y la ciudadanía.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Propuesta: Sanos y Salvos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Desarrollo de una plataforma inteligente centralizada basada en una arquitectura de microservicios moderna.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Visualización geográfica de los avistamientos y reportes en tiempo real.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Motor de coincidencias inteligente para cruzar reportes de extravío y hallazgo en base a señas físicas y fechas.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Canal unificado que conecta a dueños, municipalidades, clínicas y refugios de mascotas.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02.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Arquitectura de Microservicios Distribuidos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Diseño y Patrones de Arquitectura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API Gateway central (sanos-y-salvos-gateway) como punto de entrada único para la interfaz React.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Implementación del patrón Facade para unificar y simplificar llamadas a los microservicios.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Tolerancia a fallos mediante Circuit Breaker (con Resilience4j) para evitar caídas en cascada.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Clientes declarativos OpenFeign para comunicación interna fluida entre servicios backend.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Patrón Repository para desacoplar la lógica de negocio de la persistencia de datos.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Arquetipos Maven personalizados para estandarizar la creación de los componentes backend.</a:t>
            </a:r>
          </a:p>
        </p:txBody>
      </p:sp>
      <p:pic>
        <p:nvPicPr>
          <p:cNvPr id="6" name="Picture 5" descr="InformeSanos_Y_Salvos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971" y="1371600"/>
            <a:ext cx="5178467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270" y="5779008"/>
            <a:ext cx="536387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Diagrama Oficial de la Arquitectura de Microservicios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03. BASE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Estrategia de Persistencia Políglota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Relacional: PostgreSQL (Spring Data JPA)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Para datos transaccionales críticos estructurados y con relaciones fuertes.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Microservicio ms-identity: Almacenamiento seguro de credenciales, perfiles y seguridad perimetral de accesos.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Microservicio ms-geolocation: Procesamiento de historial de coordenadas guardadas por los vecinos en formato relacional.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Implementación directa extendiendo interfaces de JpaRepository&lt;T, Long&gt;.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No Relacional: MongoDB (Spring Data Mongo)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Para colecciones de datos rápidos, logs históricos dinámicos y reportes flexibles.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Microservicio ms-reporting: Persiste fichas de mascotas extraviadas con campos variables (raza, color, marcas particulares).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Permite mayor velocidad de lectura/escritura y diseño flexible sin necesidad de esquemas relacionales rígidos.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Implementación extendiendo MongoRepository&lt;ReporteMascota, String&gt;.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04.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Estructura de Microservicios y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53688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ms-identity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Seguridad perimetral centralizada.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Autenticación basada en tokens JWT.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POST /api/auth/register : Registro de usuarios PostgreSQL.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POST /api/auth/login : Autenticación y token JWT.</a:t>
            </a:r>
          </a:p>
        </p:txBody>
      </p:sp>
      <p:pic>
        <p:nvPicPr>
          <p:cNvPr id="6" name="Picture 5" descr="DocumentacionFLLSTAK3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51960"/>
            <a:ext cx="3453688" cy="1713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3909"/>
            <a:ext cx="3453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Swagger: ms-identity (Endpoints)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088" y="1280160"/>
            <a:ext cx="3453688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ms-geolocation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Procesamiento de ubicaciones y coordenadas.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POST /api/geo/ubicar : Guarda coordenadas de avistamiento.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GET /api/geo/historial : Listado de coordenadas PostgreSQL.</a:t>
            </a:r>
          </a:p>
        </p:txBody>
      </p:sp>
      <p:pic>
        <p:nvPicPr>
          <p:cNvPr id="9" name="Picture 8" descr="DocumentacionFLLSTAK3_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154" y="4251960"/>
            <a:ext cx="2951555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8088" y="6190488"/>
            <a:ext cx="3453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Swagger: ms-geolocation (Endpoints)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7537" y="1280160"/>
            <a:ext cx="3453688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ms-reporting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Gestión flexible de incidentes de mascotas.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Colecciones no relacionales en MongoDB.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POST /api/reportes : Crea reporte de extravío/hallazgo.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GET /api/reportes : Consulta unificada en MongoDB.</a:t>
            </a:r>
          </a:p>
        </p:txBody>
      </p:sp>
      <p:pic>
        <p:nvPicPr>
          <p:cNvPr id="12" name="Picture 11" descr="DocumentacionFLLSTAK3_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7" y="4251960"/>
            <a:ext cx="3453688" cy="18625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7537" y="6132812"/>
            <a:ext cx="3453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Swagger: ms-reporting (Endpoints)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05.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Capa Frontend: Componentes e Interfaz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Tecnologías y Estructura Core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Desarrollado en React 18 con Vite para compilación y desarrollo ultrarrápido.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Empaquetado modular de los componentes frontend bajo un estándar NPM reutilizable.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Axios configurado para consumos asíncronos y estructurados hacia la API Gateway.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Patrón de estado global implementado con Context API (ReportesContext.jsx) y hooks personalizados (useReportes.js).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Componentes &amp; UI Dinámica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components/FormularioReporte : Registro detallado con validaciones robustas.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components/MapaGeolocalizacion : Renderizado interactivo utilizando Leaflet y React-Leaflet para ubicar reportes en mapa.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components/TarjetaMascota y ListaReportes: Catálogos visuales responsivos.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Manejo de validaciones complejas de cliente mediante React-Hook-Form y tipado estricto.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06. GIT &amp;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Estrategia de Versionamiento y Git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Modelo de Ramas (Git Flow)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Ramas de larga duración: main (código de producción estable) y develop (integración continua de features).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Ramas de soporte: feature/ms-reporting, feature/ms-geolocation, feature/Backend-api-gateway, release/v1.0.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Integraciones controladas obligatoriamente a través de Pull Requests (PRs) con revisión por pares.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Conventional Commits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Historial de cambios estandarizado y legible para equipos distribuidos.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Clasificación rigurosa usando prefijos semánticos: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 • feat(reporting): Implementa persistencia no relacional.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 • fix(gateway): Resuelve problemas de timeout en Circuit Breaker.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 • test(identity): Agrega pruebas para AuthController.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07.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Aseguramiento de Calidad y Pruebas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Infraestructura y Métricas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Requerimiento de cobertura mínima: 60% validado con JaCoCo y SonarQube.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Comandos operativos: mvnw.cmd test (backend) y npm test (frontend).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Frontend validado en ejecución con TypeScript, Jest, RTL y Zod.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Pruebas Unitarias e Integración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AuthControllerTest: Valida registro, login JWT y conflictos en Postgres.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UbicacionControllerTest: Valida almacenamiento y consulta de coordenadas.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Uso de Mockito para simular repositorios y desacoplar capas físicas.</a:t>
            </a:r>
          </a:p>
        </p:txBody>
      </p:sp>
      <p:pic>
        <p:nvPicPr>
          <p:cNvPr id="7" name="Picture 6" descr="InformeSanos_Y_Salvos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0"/>
            <a:ext cx="3453688" cy="1150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643024"/>
            <a:ext cx="3453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JUnit Test Run: ms-identity (Exitoso)</a:t>
            </a:r>
          </a:p>
        </p:txBody>
      </p:sp>
      <p:pic>
        <p:nvPicPr>
          <p:cNvPr id="9" name="Picture 8" descr="InformeSanos_Y_Salvos_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088" y="3474720"/>
            <a:ext cx="3453688" cy="1153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8088" y="4646056"/>
            <a:ext cx="3453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JUnit Test Run: ms-geolocation (Exitoso)</a:t>
            </a:r>
          </a:p>
        </p:txBody>
      </p:sp>
      <p:pic>
        <p:nvPicPr>
          <p:cNvPr id="11" name="Picture 10" descr="InformeSanos_Y_Salvos_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7" y="3474720"/>
            <a:ext cx="3453688" cy="10833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87537" y="4576375"/>
            <a:ext cx="3453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Jest Test Run: ms-reporting (Exitoso)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08. ENTREGABLES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Estructura del Entregable y Repositorios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Estructura del Proyecto Entregado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Directorio raíz: FullStack-Ev3/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BackEnd/ : Contiene gateway, ms-identity, ms-reporting (Mongo) y ms-geolocation.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FrontEnd/ : Módulo React/Vite completo con scripts npm y package.json.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.git/ : Contiene el historial completo de commits con la metodología Git Flow.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Documento Informe_Arquitectura_SanosYSalvos.pdf consolidado.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Repositorios en GitHub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Documentación: github.com/Nicolas091109/Fullstack3Documentacion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Frontend: github.com/Nicolas091109/Fullstack3-Frontend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Backend Relacional (Postgres): github.com/Nicolas091109/Fullstack3-PostgresSQL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Backend No Relacional (MongoDB): github.com/Nicolas091109/Fullstack3-MongoDB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Todo en Uno (Examen Completo): github.com/Nicolas091109/FullStack-Ev3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09.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Conclusiones y Lecciones Aprendidas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Desafíos Técnicos Resueltos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Implementación exitosa de una arquitectura políglota combinando PostgreSQL para datos de negocio/seguridad y MongoDB para reportes variables.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Configuración del API Gateway con Circuit Breaker resiliente para aislar fallas de microservicios secundarios y mantener el servicio principal activo.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Integración fluida del mapa interactivo con Leaflet en React para representar datos geográficos distribuidos.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Conclusiones del Proyecto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Se logró cumplir al 100% con los requerimientos de diseño de arquitectura, desarrollo e integración del caso semestral.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La plataforma 'Sanos y Salvos' demuestra cómo una arquitectura distribuida mejora la disponibilidad de servicios en problemas de interés ciudadano.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El uso de metodologías profesionales (Git Flow, JUnit/Mockito, Maven, Conventional Commits) garantiza la mantenibilidad del código.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