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  <a:latin typeface="Trebuchet MS"/>
              </a:defRPr>
            </a:pPr>
            <a:r>
              <a:t>PROYECTO SANOS Y SALVOS</a:t>
            </a:r>
          </a:p>
          <a:p>
            <a:pPr>
              <a:defRPr sz="1800">
                <a:solidFill>
                  <a:srgbClr val="14B8A6"/>
                </a:solidFill>
                <a:latin typeface="Trebuchet MS"/>
              </a:defRPr>
            </a:pPr>
            <a:r>
              <a:t>Plataforma Inteligente para la Localización y Recuperación de Mascotas Perdidas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327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Integrantes: </a:t>
            </a:r>
            <a:r>
              <a:rPr sz="1400">
                <a:solidFill>
                  <a:srgbClr val="FFFFFF"/>
                </a:solidFill>
                <a:latin typeface="Calibri"/>
              </a:rPr>
              <a:t>Bruno Hernández, Nicolás Cuevas, Kevin Gómez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Profesora: </a:t>
            </a:r>
            <a:r>
              <a:rPr sz="1400">
                <a:solidFill>
                  <a:srgbClr val="FFFFFF"/>
                </a:solidFill>
                <a:latin typeface="Calibri"/>
              </a:rPr>
              <a:t>Viviana Soledad Poblete López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Asignatura: </a:t>
            </a:r>
            <a:r>
              <a:rPr sz="1400">
                <a:solidFill>
                  <a:srgbClr val="FFFFFF"/>
                </a:solidFill>
                <a:latin typeface="Calibri"/>
              </a:rPr>
              <a:t>Desarrollo Fullstack III (DSY1106)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4D399"/>
                </a:solidFill>
                <a:latin typeface="Trebuchet MS"/>
              </a:rPr>
              <a:t>Institución: </a:t>
            </a:r>
            <a:r>
              <a:rPr sz="1400">
                <a:solidFill>
                  <a:srgbClr val="FFFFFF"/>
                </a:solidFill>
                <a:latin typeface="Calibri"/>
              </a:rPr>
              <a:t>Duoc UC - Examen Final Transversal (EFT)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01. INTRODUCCIÓN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Contexto y Problemática Semestral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El Problema Actual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Miles de mascotas extraviadas anualmente en zonas urbanas.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Métodos de búsqueda tradicionales desorganizados y fragmentados (carteles de papel, publicaciones aisladas en redes sociales).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Baja tasa de éxito debido al flujo lento de información y falta de centralización.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Dificultad para coordinar acciones rápidas entre veterinarias, municipalidades, refugios y la ciudadanía.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Propuesta: Sanos y Salvos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Desarrollo de una plataforma inteligente centralizada basada en una arquitectura de microservicios moderna.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Visualización geográfica de los avistamientos y reportes en tiempo real.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Motor de coincidencias inteligente para cruzar reportes de extravío y hallazgo en base a señas físicas y fechas.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Canal unificado que conecta a dueños, municipalidades, clínicas y refugios de mascotas.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02.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Arquitectura de Microservicios Distribuidos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Diseño y Patrones de Arquitectura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API Gateway central (sanos-y-salvos-gateway) como punto de entrada único para la interfaz React.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Implementación del patrón Facade para unificar y simplificar llamadas a los microservicios.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Tolerancia a fallos mediante Circuit Breaker (con Resilience4j) para evitar caídas en cascada.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Clientes declarativos OpenFeign para comunicación interna fluida entre servicios backend.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Patrón Repository para desacoplar la lógica de negocio de la persistencia de datos.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Arquetipos Maven personalizados para estandarizar la creación de los componentes backend.</a:t>
            </a:r>
          </a:p>
        </p:txBody>
      </p:sp>
      <p:pic>
        <p:nvPicPr>
          <p:cNvPr id="6" name="Picture 5" descr="InformeSanos_Y_Salvos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971" y="1371600"/>
            <a:ext cx="5178467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78270" y="5779008"/>
            <a:ext cx="536387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Diagrama Oficial de la Arquitectura de Microservicios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03. 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Estrategia de Persistencia Políglota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Relacional: PostgreSQL (Spring Data JPA)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Para datos transaccionales críticos estructurados y con relaciones fuertes.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Microservicio ms-identity: Almacenamiento seguro de credenciales, perfiles y seguridad perimetral de accesos.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Microservicio ms-geolocation: Procesamiento de historial de coordenadas guardadas por los vecinos en formato relacional.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Garantiza atomicidad y consistencia relacional (tablas de usuarios, ubicaciones y roles).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No Relacional: MongoDB (Spring Data Mongo)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Para colecciones de datos rápidos, logs históricos dinámicos y reportes flexibles.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Microservicio ms-reporting: Persiste fichas de mascotas extraviadas con campos variables (raza, color, marcas particulares).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Manejo dinámico de comentarios en reportes y chats en tiempo real entre vecinos sin esquemas rígidos.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Garantiza velocidad y flexibilidad al almacenar registros anidados de comentarios y mensajes de chat.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04.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Estructura de Microservicios y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53688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ms-identity [Port 8081]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Seguridad perimetral con tokens JWT.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/api/auth/register : Registro.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/api/auth/login : Inicio de sesión.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GET /api/auth/usuarios : Obtener listado.</a:t>
            </a:r>
          </a:p>
        </p:txBody>
      </p:sp>
      <p:pic>
        <p:nvPicPr>
          <p:cNvPr id="6" name="Picture 5" descr="DocumentacionFLLSTAK3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51960"/>
            <a:ext cx="3453688" cy="1713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3909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Swagger: ms-identity (Endpoints)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088" y="1280160"/>
            <a:ext cx="3453688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ms-geolocation [Port 8083]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Procesamiento de ubicaciones y zonas.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/api/geo/ubicar : Registrar coordenadas.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GET /api/geo/historial : Listado de coordenadas PostgreSQL.</a:t>
            </a:r>
          </a:p>
        </p:txBody>
      </p:sp>
      <p:pic>
        <p:nvPicPr>
          <p:cNvPr id="9" name="Picture 8" descr="DocumentacionFLLSTAK3_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154" y="4251960"/>
            <a:ext cx="2951555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088" y="6190488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Swagger: ms-geolocation (Endpoints)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7537" y="1280160"/>
            <a:ext cx="3453688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ms-reporting [Port 8082]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Gestión flexible en MongoDB.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GET/POST /api/reportes : Gestión de fichas.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/api/reportes/{id}/comentarios : Comentar.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POST /api/reportes/chat/enviar : Mensajes.</a:t>
            </a:r>
          </a:p>
        </p:txBody>
      </p:sp>
      <p:pic>
        <p:nvPicPr>
          <p:cNvPr id="12" name="Picture 11" descr="DocumentacionFLLSTAK3_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7" y="4251960"/>
            <a:ext cx="3453688" cy="18625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7537" y="6132812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Swagger: ms-reporting (Endpoints)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05.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Capa Frontend: Componentes e Interfaz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Tecnologías y Consumo de Datos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Desarrollado en React 19 y Vite v6 bajo TypeScript para un tipado estricto.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Estilizado moderno con Tailwind CSS v4 y animaciones en micro-interacciones con Framer Motion.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Consumo directo de la API Gateway (puerto 8080) usando la API nativa de JavaScript: Fetch API.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Manejo de estado global centralizado en AppContext.tsx (Context API) para coordinar reportes, chats y sesión del usuario.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Vistas y Componentes Principales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SatelliteMapView.tsx : Panel GIS interactivo con mapa de Chile y capas ajustables (Satelital, Calles, Relieve).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ChatsView.tsx : Panel de chat en tiempo real entre vecinos para coordinar búsquedas.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CreateReportView.tsx : Formulario interactivo con georreferenciación de avistamientos.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ViewReportsView.tsx : Catálogo responsivo con filtros y panel de comentarios integrado.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06. GIT &amp; VERSIONAMIENTO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Estrategia de Control de Versiones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Estrategia de Rama Única (Main Branch)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Trabajo centralizado directamente sobre la rama principal (main) para simplificar la integración y evitar conflictos de mezcla.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Eliminación de la sobrecarga de merge al prescindir de flujos complejos de múltiples ramas permanentes.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Sincronización constante del equipo de desarrollo, integrando los cambios de Frontend y Backend directamente en el tronco común.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Facilita un historial lineal, limpio y fácil de auditar en el repositorio de control de versiones.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Conventional Commits en Main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 pesar de usar una sola rama, se mantiene una estricta disciplina en los mensajes de confirmación de cambios (commits).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Clasificación semántica para documentar qué área se modifica directamente en la rama main: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 • feat(reporting): Implementa persistencia en MongoDB y chat.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 • fix(gateway): Resuelve ruteo de coordenadas hacia geolocation.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  • test(identity): Añade pruebas unitarias para AuthController.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07.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Aseguramiento de Calidad y Pruebas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Infraestructura y Métricas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Requerimiento de cobertura mínima: 60% validado con JaCoCo y SonarQube.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Comandos operativos: mvnw.cmd test (backend) y npm test (frontend).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Frontend validado en ejecución con TypeScript, Jest, RTL y Zod.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Pruebas Unitarias e Integración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AuthControllerTest: Valida registro, login JWT y conflictos en Postgres.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UbicacionControllerTest: Valida almacenamiento y consulta de coordenadas.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• Uso de Mockito para simular repositorios y desacoplar capas físicas.</a:t>
            </a:r>
          </a:p>
        </p:txBody>
      </p:sp>
      <p:pic>
        <p:nvPicPr>
          <p:cNvPr id="7" name="Picture 6" descr="InformeSanos_Y_Salvos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453688" cy="1150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643024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JUnit Test Run: ms-identity (Exitoso)</a:t>
            </a:r>
          </a:p>
        </p:txBody>
      </p:sp>
      <p:pic>
        <p:nvPicPr>
          <p:cNvPr id="9" name="Picture 8" descr="InformeSanos_Y_Salvos_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088" y="3474720"/>
            <a:ext cx="3453688" cy="1153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088" y="4646056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JUnit Test Run: ms-geolocation (Exitoso)</a:t>
            </a:r>
          </a:p>
        </p:txBody>
      </p:sp>
      <p:pic>
        <p:nvPicPr>
          <p:cNvPr id="11" name="Picture 10" descr="InformeSanos_Y_Salvos_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7" y="3474720"/>
            <a:ext cx="3453688" cy="10833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87537" y="4576375"/>
            <a:ext cx="3453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solidFill>
                  <a:srgbClr val="CBD5E1"/>
                </a:solidFill>
                <a:latin typeface="Calibri"/>
              </a:defRPr>
            </a:pPr>
            <a:r>
              <a:t>Jest Test Run: ms-reporting (Exitoso)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08. ENTREGABLES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Estructura del Entregable y Repositorios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Estructura del Proyecto Entregado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Directorio raíz: FullStack-Ev3/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BackEnd/ : Contiene gateway, ms-identity, ms-reporting (Mongo) y ms-geolocation.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FrontEnd/ : Módulo React/Vite completo con scripts npm y package.json.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.git/ : Contiene el historial completo de commits con la metodología Git Flow.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Documento Informe_Arquitectura_SanosYSalvos.pdf consolidado.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Repositorios en GitHub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Documentación: github.com/Nicolas091109/Fullstack3Documentacion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Frontend: github.com/Nicolas091109/Fullstack3-Frontend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Backend Relacional (Postgres): github.com/Nicolas091109/Fullstack3-PostgresSQL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Backend No Relacional (MongoDB): github.com/Nicolas091109/Fullstack3-MongoDB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Todo en Uno (Examen Completo): github.com/Nicolas091109/FullStack-Ev3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09.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Conclusiones y Lecciones Aprendidas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34D399"/>
                </a:solidFill>
                <a:latin typeface="Trebuchet MS"/>
              </a:defRPr>
            </a:pPr>
            <a:r>
              <a:t>Desafíos Técnicos Resueltos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Implementación exitosa de una arquitectura políglota combinando PostgreSQL para datos de negocio/seguridad y MongoDB para reportes variables.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Configuración del API Gateway con Circuit Breaker resiliente para aislar fallas de microservicios secundarios y mantener el servicio principal activo.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Integración fluida del mapa interactivo con Leaflet en React para representar datos geográficos distribuidos.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280160"/>
            <a:ext cx="536387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4B8A6"/>
                </a:solidFill>
                <a:latin typeface="Trebuchet MS"/>
              </a:defRPr>
            </a:pPr>
            <a:r>
              <a:t>Conclusiones del Proyecto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Se logró cumplir al 100% con los requerimientos de diseño de arquitectura, desarrollo e integración del caso semestral.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La plataforma 'Sanos y Salvos' demuestra cómo una arquitectura distribuida mejora la disponibilidad de servicios en problemas de interés ciudadano.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El uso de metodologías profesionales (Git Flow, JUnit/Mockito, Maven, Conventional Commits) garantiza la mantenibilidad del código.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